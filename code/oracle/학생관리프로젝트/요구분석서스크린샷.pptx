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72EDEF7-FA56-4469-A9C4-49CE76A62FD2}">
          <p14:sldIdLst>
            <p14:sldId id="257"/>
          </p14:sldIdLst>
        </p14:section>
        <p14:section name="제목 없는 구역" id="{38DD71E0-D186-4999-8670-2BD650794D16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AB9E7E-A186-0F2A-03AE-5B21866B0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C61C9E-2E83-4E3D-7FBE-02EAA1169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95ED21-8FE1-FA9E-079F-DBD9F44BD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D6CD-4E34-43DD-9444-7A11D979DF66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4F730B-ACB0-C1FE-B04B-B8D8300B9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15842F-5ABE-46B6-47B5-2ACB9E32D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B023-7B94-4851-821C-8F8211524F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695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1B6AEF-6633-EB7C-EBD9-137D03C03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C93C02-ABFC-B96A-5658-047919F2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6F675E-0F9B-A33E-E301-233D5CD60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D6CD-4E34-43DD-9444-7A11D979DF66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6584AA-FDCD-80BF-6BE7-2F6FFF069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4614D4-4272-9155-FD92-440A2C1E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B023-7B94-4851-821C-8F8211524F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32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14329B-C96A-3F93-F86D-A9134F2F3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047133-A32F-1283-EE27-519D06757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14A48F-63D1-E558-FB34-D48452129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D6CD-4E34-43DD-9444-7A11D979DF66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927F65-99BD-B241-6163-5F6DF340B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947DB6-25E8-1520-E1FB-213290B9F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B023-7B94-4851-821C-8F8211524F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612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6B7F2C-D6EA-46E1-CAE9-007337105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F2C3D4-2631-1E7A-1427-03660B7446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7C8720-6C1F-5871-9020-E3248E99E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707BD6-B759-53AE-16A7-A4D97E077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D6CD-4E34-43DD-9444-7A11D979DF66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1D45BE-2E43-7C97-B7D8-2DB70C614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C70207-AD8A-3F4A-BB73-87B5A60E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B023-7B94-4851-821C-8F8211524F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135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84ED03-BAC7-72C4-A60F-C12E4DB72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4FBCBD-A674-84F6-861B-975CDB804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99D693-6F16-3656-B3A3-7EA123B6A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9A8F1FA-64D4-7ACF-557D-BE1EAB74E7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959F159-81BD-25B4-8051-6586D81EE9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270A75C-52E2-CC51-653C-CA65C00E0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D6CD-4E34-43DD-9444-7A11D979DF66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EA1CA48-A073-D635-D9BA-C61FC85E8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5330253-56DA-8CC5-3EA5-50B3D5599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B023-7B94-4851-821C-8F8211524F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775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C31E4E-BEDE-61C0-3881-EFF8FBF91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1324EC-DF88-D61B-8616-CA37608A0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D6CD-4E34-43DD-9444-7A11D979DF66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A2A5C6-1C70-83AC-FBB0-B560F09D3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80A0D0-9046-8AC9-0BD2-18EABAE14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B023-7B94-4851-821C-8F8211524F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243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60DD7C-22EC-EE4A-AD54-411F7247A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D6CD-4E34-43DD-9444-7A11D979DF66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ED193BC-8C92-41FA-BF23-A3686C846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B202EA-C46E-5B7F-B3AD-333966049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B023-7B94-4851-821C-8F8211524F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73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D723E3-F4C1-67C4-525F-024E2DCFE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BC7FAF-04C2-88DE-5F35-B864A02DF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BAB0A1-14B1-5E03-5D0A-7FB321277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77F1FA-C5A0-B4B0-8922-5ECFEBFA2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D6CD-4E34-43DD-9444-7A11D979DF66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B495F4-AFA2-2C4E-95D6-8F2AEC79A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BEB503-0FC9-BE04-28B1-E44961798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B023-7B94-4851-821C-8F8211524F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73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76F54E-562E-FDEA-D7D6-6C05F69B2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A5C34AB-3F38-5AFC-6B2C-00611732DE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4DAE47-B13A-F7DA-D8C2-297368362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104606-8168-1D37-A1C0-49C0E8283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D6CD-4E34-43DD-9444-7A11D979DF66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89EEED-7317-BC6F-2DE2-0204C54EA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5E7CFA-3F8C-45C9-90E8-74C7DCDF8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B023-7B94-4851-821C-8F8211524F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564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1FE5F8-01A3-3523-C332-967F6C5B8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7926F2-5885-DE0E-3948-BD1A3EA5F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0CB7C1-FD3C-4E43-C4E3-1A974F1A7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D6CD-4E34-43DD-9444-7A11D979DF66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0D198A-4804-EA02-54CA-912E026D0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65DE45-3AA7-7C12-581D-96E912830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B023-7B94-4851-821C-8F8211524F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2529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C3407ED-941F-AEE6-EA27-2C08CAE538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615EDA-1B66-C5CF-3A16-78E0162999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C6E314-1A62-CF45-500A-A55B7FDB5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6D6CD-4E34-43DD-9444-7A11D979DF66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BD4ED2-BA25-A3B7-88D3-A23A45C59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027658-124C-EEAF-36C4-9CE910C86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4B023-7B94-4851-821C-8F8211524F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72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A0294D2-427D-B1C0-4B94-70B753ADA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3360EC-D6E4-3D86-25E8-3B31E871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9F4AB1-54FF-E913-F8EF-A220A97DBF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D6D6CD-4E34-43DD-9444-7A11D979DF66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986056-68C0-FF4F-5792-C2A7CBA9B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F4E34C-F3A5-B05C-0390-DE0D85DE3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94B023-7B94-4851-821C-8F8211524F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931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3C3BD3-58FB-6C91-4C09-F28CB81FC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510" y="1173099"/>
            <a:ext cx="8020980" cy="451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067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맑은 고딕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윤재 황</dc:creator>
  <cp:lastModifiedBy>윤재 황</cp:lastModifiedBy>
  <cp:revision>1</cp:revision>
  <dcterms:created xsi:type="dcterms:W3CDTF">2026-02-11T08:04:04Z</dcterms:created>
  <dcterms:modified xsi:type="dcterms:W3CDTF">2026-02-11T08:04:26Z</dcterms:modified>
</cp:coreProperties>
</file>